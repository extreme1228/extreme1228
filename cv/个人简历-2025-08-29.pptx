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3"/>
  </p:sldIdLst>
  <p:sldSz cx="6858000" cy="9906000" type="A4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47"/>
  </p:normalViewPr>
  <p:slideViewPr>
    <p:cSldViewPr snapToGrid="0" showGuides="1">
      <p:cViewPr>
        <p:scale>
          <a:sx n="117" d="100"/>
          <a:sy n="117" d="100"/>
        </p:scale>
        <p:origin x="2424" y="144"/>
      </p:cViewPr>
      <p:guideLst>
        <p:guide orient="horz" pos="3120"/>
        <p:guide pos="21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7AD4D-6BBF-49E7-B870-6EED174E2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A935-C032-415D-8D00-C379C3F78C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87020"/>
            <a:ext cx="6858000" cy="10193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520989" y="381230"/>
            <a:ext cx="1816100" cy="486698"/>
            <a:chOff x="2520989" y="433685"/>
            <a:chExt cx="1816100" cy="486698"/>
          </a:xfrm>
        </p:grpSpPr>
        <p:sp>
          <p:nvSpPr>
            <p:cNvPr id="6" name="文本框 5"/>
            <p:cNvSpPr txBox="1"/>
            <p:nvPr/>
          </p:nvSpPr>
          <p:spPr>
            <a:xfrm>
              <a:off x="3108964" y="433685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吕博文</a:t>
              </a:r>
              <a:endPara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20989" y="675273"/>
              <a:ext cx="1816100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清华大学</a:t>
              </a:r>
              <a:r>
                <a:rPr lang="en-US" altLang="zh-CN" sz="1000">
                  <a:latin typeface="微软雅黑" panose="020B0503020204020204" pitchFamily="34" charset="-122"/>
                  <a:ea typeface="微软雅黑" panose="020B0503020204020204" pitchFamily="34" charset="-122"/>
                </a:rPr>
                <a:t> | </a:t>
              </a:r>
              <a:r>
                <a: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计算机科学与技术</a:t>
              </a:r>
              <a:endPara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32911" y="2217686"/>
            <a:ext cx="6174615" cy="1153174"/>
            <a:chOff x="331791" y="2148822"/>
            <a:chExt cx="6174615" cy="1153174"/>
          </a:xfrm>
        </p:grpSpPr>
        <p:sp>
          <p:nvSpPr>
            <p:cNvPr id="9" name="文本框 8"/>
            <p:cNvSpPr txBox="1"/>
            <p:nvPr/>
          </p:nvSpPr>
          <p:spPr>
            <a:xfrm>
              <a:off x="332538" y="2148822"/>
              <a:ext cx="741680" cy="260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个人简述</a:t>
              </a:r>
              <a:endParaRPr lang="zh-CN" altLang="en-US" sz="11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453188" y="242948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331791" y="2379976"/>
              <a:ext cx="6135767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本人是一名乐观积极、严谨踏实的计算机专业一年级博士生，拥有扎实的编程基础、深厚的算法知识和丰富的LLM（大语言模型）领域知识储备，在LLM与强化学习（RL）算法结合方面具备坚实的科研基础和丰富的项目经验。</a:t>
              </a:r>
              <a:endParaRPr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  <a:buClrTx/>
                <a:buSzTx/>
                <a:buFontTx/>
              </a:pP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 本科就读于同济大学计算机科学与技术专业下的计算机拔尖实验班，专业排名 1 / 20</a:t>
              </a:r>
              <a:endParaRPr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  <a:buClrTx/>
                <a:buSzTx/>
                <a:buFontTx/>
              </a:pP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 目前就读于清华大学计算机系KEG实验室</a:t>
              </a:r>
              <a:endParaRPr 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42693" y="8518765"/>
            <a:ext cx="6164343" cy="1149805"/>
            <a:chOff x="303963" y="2989562"/>
            <a:chExt cx="6164343" cy="1149805"/>
          </a:xfrm>
        </p:grpSpPr>
        <p:sp>
          <p:nvSpPr>
            <p:cNvPr id="13" name="文本框 12"/>
            <p:cNvSpPr txBox="1"/>
            <p:nvPr/>
          </p:nvSpPr>
          <p:spPr>
            <a:xfrm>
              <a:off x="303963" y="2989562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荣誉奖项</a:t>
              </a:r>
              <a:endParaRPr lang="en-US" altLang="zh-CN" sz="11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415088" y="3219422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09671" y="3217347"/>
              <a:ext cx="6135767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本科在校期间，认真学习各门课程，打好坚实基础，多次获得国家级或校级荣誉。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-  2025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年度上海市优秀毕业生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  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2022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年度国家奖学金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-  2023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年度同济大学电子与信息工程学院启迪奖学金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 rot="0">
            <a:off x="332743" y="3488690"/>
            <a:ext cx="6136002" cy="260350"/>
            <a:chOff x="332538" y="3610564"/>
            <a:chExt cx="6135768" cy="260345"/>
          </a:xfrm>
        </p:grpSpPr>
        <p:sp>
          <p:nvSpPr>
            <p:cNvPr id="37" name="文本框 36"/>
            <p:cNvSpPr txBox="1"/>
            <p:nvPr/>
          </p:nvSpPr>
          <p:spPr>
            <a:xfrm>
              <a:off x="332538" y="3610564"/>
              <a:ext cx="741652" cy="260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科研经历</a:t>
              </a:r>
              <a:endParaRPr lang="zh-CN" altLang="en-US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415088" y="3840424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 rot="0">
            <a:off x="330835" y="943609"/>
            <a:ext cx="5774690" cy="1166376"/>
            <a:chOff x="331041" y="800673"/>
            <a:chExt cx="5774484" cy="1166524"/>
          </a:xfrm>
        </p:grpSpPr>
        <p:sp>
          <p:nvSpPr>
            <p:cNvPr id="43" name="文本框 42"/>
            <p:cNvSpPr txBox="1"/>
            <p:nvPr/>
          </p:nvSpPr>
          <p:spPr>
            <a:xfrm>
              <a:off x="332538" y="800673"/>
              <a:ext cx="741654" cy="260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基本信息</a:t>
              </a:r>
              <a:endParaRPr lang="en-US" altLang="zh-CN" sz="11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15088" y="1041965"/>
              <a:ext cx="56904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331041" y="1045060"/>
              <a:ext cx="4843607" cy="9221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lvl="1" indent="457200" algn="l">
                <a:lnSpc>
                  <a:spcPct val="150000"/>
                </a:lnSpc>
              </a:pP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男   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岁   汉族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lvl="1" indent="457200" algn="l">
                <a:lnSpc>
                  <a:spcPct val="150000"/>
                </a:lnSpc>
              </a:pP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微信：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18337283380		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邮箱：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1486404293@qq.com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lvl="1" indent="457200" algn="l">
                <a:lnSpc>
                  <a:spcPct val="150000"/>
                </a:lnSpc>
              </a:pP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同济大学 - 电子与信息工程学院 - 计算机科学与技术</a:t>
              </a:r>
              <a:r>
                <a:rPr 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</a:t>
              </a: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（2021</a:t>
              </a:r>
              <a:r>
                <a:rPr 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2025）</a:t>
              </a:r>
              <a:endParaRPr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lvl="1" indent="457200" algn="l">
                <a:lnSpc>
                  <a:spcPct val="150000"/>
                </a:lnSpc>
              </a:pP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清华大学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- 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计算机科学与技术系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- 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计算机科学与技术专业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2025 - </a:t>
              </a:r>
              <a:r>
                <a:rPr lang="zh-CN" altLang="en-US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至今）</a:t>
              </a:r>
              <a:endPara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45558" y="3789225"/>
            <a:ext cx="6135763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9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KEG </a:t>
            </a: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实验室</a:t>
            </a:r>
            <a:r>
              <a:rPr lang="en-US" altLang="zh-CN" sz="9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LLM + RL</a:t>
            </a:r>
            <a:r>
              <a:rPr sz="9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方向</a:t>
            </a:r>
            <a:endParaRPr sz="9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与实验室同学合作，我们在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AgentRL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领域进行了深入探索，基于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Verl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开发了一个高度异步的强化学习（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）训练框架。我们集成了完善的运行环境模块，支持多种环境的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化部署，并实现了在线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场景下的高并发训练。我们在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AgentBench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测试集上开展了多任务多轮次（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Multi-Task Multi-Turn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训练，以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Qwen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系列模型为基础。经过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RL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训练后，模型的平均性能超越了领先的闭源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Claude-4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GPT-5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）。目前，我们已完成论文撰写，并计划投稿。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sz="9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赵军峤老师实验室 强化学习方向</a:t>
            </a:r>
            <a:endParaRPr sz="9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加入本校赵军峤老师实验室进行科研方面的学习和实践，熟练掌握强化学习中的基础算法，能够进行强化学习相关领域</a:t>
            </a:r>
            <a:endParaRPr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的更深一步探索。协助实验室学长进行强化学习图像任务泛化性提升的实验研究，</a:t>
            </a:r>
            <a:r>
              <a:rPr 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以第二作者身份投稿论文，中稿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NeurIPS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会议。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    </a:t>
            </a:r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 Zhang, </a:t>
            </a:r>
            <a:r>
              <a:rPr 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Bowen Lv, 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et al, </a:t>
            </a: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Focus On What Matters: Separated Models For Visual-Based RL Generalization</a:t>
            </a:r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endParaRPr 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NeurIPS 2024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20005" y="5093970"/>
            <a:ext cx="136398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2024.03 </a:t>
            </a:r>
            <a:r>
              <a:rPr lang="zh-CN" altLang="en-US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 2024.09</a:t>
            </a:r>
            <a:endParaRPr lang="en-US" altLang="zh-CN" sz="9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 rot="0">
            <a:off x="318773" y="6553835"/>
            <a:ext cx="6147432" cy="260350"/>
            <a:chOff x="321108" y="3610564"/>
            <a:chExt cx="6147198" cy="260345"/>
          </a:xfrm>
        </p:grpSpPr>
        <p:sp>
          <p:nvSpPr>
            <p:cNvPr id="57" name="文本框 56"/>
            <p:cNvSpPr txBox="1"/>
            <p:nvPr/>
          </p:nvSpPr>
          <p:spPr>
            <a:xfrm>
              <a:off x="321108" y="3610564"/>
              <a:ext cx="741652" cy="260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1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竞赛经历</a:t>
              </a:r>
              <a:endParaRPr lang="en-US" altLang="zh-CN" sz="1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415088" y="3840424"/>
              <a:ext cx="60532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文本框 58"/>
          <p:cNvSpPr txBox="1"/>
          <p:nvPr/>
        </p:nvSpPr>
        <p:spPr>
          <a:xfrm>
            <a:off x="313055" y="6840220"/>
            <a:ext cx="6120130" cy="1363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程序设计竞赛</a:t>
            </a:r>
            <a:endParaRPr lang="zh-CN" altLang="en-US" sz="9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本科在校期间积极参与大学生程序设计竞赛，学习各种算法和数据结构，提高自身编程水平，多次获得大型赛事奖项。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-    2024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CCPC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大学生程序设计竞赛全国邀请赛广东赛区金牌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-    2024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年度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ICPC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</a:rPr>
              <a:t>大学生程序设计竞赛南京赛区银牌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    2024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ICPC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大学生程序设计竞赛香港赛区银牌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-    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CCCC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大学生程序设计天梯赛个人国家二等奖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106670" y="6878320"/>
            <a:ext cx="1326515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2022.3 </a:t>
            </a:r>
            <a:r>
              <a:rPr lang="zh-CN" altLang="en-US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 2024.11</a:t>
            </a:r>
            <a:endParaRPr lang="en-US" altLang="zh-CN" sz="9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20640" y="8807450"/>
            <a:ext cx="1326515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2021.9 </a:t>
            </a:r>
            <a:r>
              <a:rPr lang="zh-CN" altLang="en-US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 2025.06</a:t>
            </a:r>
            <a:endParaRPr lang="en-US" altLang="zh-CN" sz="9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 descr="Tsinghua_University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271905"/>
            <a:ext cx="830580" cy="830580"/>
          </a:xfrm>
          <a:prstGeom prst="rect">
            <a:avLst/>
          </a:prstGeom>
        </p:spPr>
      </p:pic>
      <p:pic>
        <p:nvPicPr>
          <p:cNvPr id="22" name="图片 21" descr="证件照 (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5498465" y="1080770"/>
            <a:ext cx="1009015" cy="1282065"/>
          </a:xfrm>
          <a:prstGeom prst="ellipse">
            <a:avLst/>
          </a:prstGeom>
          <a:ln>
            <a:solidFill>
              <a:schemeClr val="bg1"/>
            </a:solidFill>
          </a:ln>
        </p:spPr>
      </p:pic>
      <p:sp>
        <p:nvSpPr>
          <p:cNvPr id="28" name="文本框 27"/>
          <p:cNvSpPr txBox="1"/>
          <p:nvPr/>
        </p:nvSpPr>
        <p:spPr>
          <a:xfrm>
            <a:off x="5248278" y="3849258"/>
            <a:ext cx="119888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zh-CN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2025.02 </a:t>
            </a:r>
            <a:r>
              <a:rPr lang="zh-CN" altLang="en-US" sz="900" i="1">
                <a:latin typeface="微软雅黑" panose="020B0503020204020204" pitchFamily="34" charset="-122"/>
                <a:ea typeface="微软雅黑" panose="020B0503020204020204" pitchFamily="34" charset="-122"/>
              </a:rPr>
              <a:t>至今</a:t>
            </a:r>
            <a:endParaRPr lang="en-US" altLang="zh-CN" sz="900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077,&quot;width&quot;:1454}"/>
</p:tagLst>
</file>

<file path=ppt/tags/tag2.xml><?xml version="1.0" encoding="utf-8"?>
<p:tagLst xmlns:p="http://schemas.openxmlformats.org/presentationml/2006/main">
  <p:tag name="commondata" val="eyJoZGlkIjoiOTk3ZjJhNDEyN2IwMWQ5OGMxYjEzYmY4NDQyZTcwZDA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1191</Words>
  <Application>WPS 演示</Application>
  <PresentationFormat>A4 纸张(210x297 毫米)</PresentationFormat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汉仪旗黑</vt:lpstr>
      <vt:lpstr>Calibri</vt:lpstr>
      <vt:lpstr>宋体</vt:lpstr>
      <vt:lpstr>Arial Unicode MS</vt:lpstr>
      <vt:lpstr>等线 Light</vt:lpstr>
      <vt:lpstr>汉仪中等线KW</vt:lpstr>
      <vt:lpstr>Calibri Light</vt:lpstr>
      <vt:lpstr>Helvetica Neue</vt:lpstr>
      <vt:lpstr>等线</vt:lpstr>
      <vt:lpstr>汉仪书宋二KW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岳 子豪</dc:creator>
  <cp:lastModifiedBy>extreme1228</cp:lastModifiedBy>
  <cp:revision>44</cp:revision>
  <dcterms:created xsi:type="dcterms:W3CDTF">2026-06-13T10:47:49Z</dcterms:created>
  <dcterms:modified xsi:type="dcterms:W3CDTF">2026-06-13T10:47:49Z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9B85B3EC7363472CB5F200458FEECD5F_13</vt:lpwstr>
  </property>
  <property fmtid="{D5CDD505-2E9C-101B-9397-08002B2CF9AE}" pid="3" name="KSOProductBuildVer">
    <vt:lpwstr>2052-12.1.25869.25869</vt:lpwstr>
  </property>
</Properties>
</file>